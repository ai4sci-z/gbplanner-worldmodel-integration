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自主探索算法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集成进 world-model 仿真平台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项目进展汇报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把只会按脚本动的探索,换成看地图、挑未知最多的路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5852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任务目标(来自 mentor 的算法说明)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GBPlanner 加入 world-model,替换它现有的占位探索 frontier_lite。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6309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是什么(mentor md 原意):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一个自主探索决策模块——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输入:机器人位姿 + 3D 占据地图(已占据/空闲/未知)+ 可通行性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决策:用光线投射算每条路能看见多少未知空间(体积增益),选最高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输出:一系列目标航点(waypoints)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589520" y="155448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783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18120" y="237744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地图 + 位姿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目标航点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两个系统,三道鸿沟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world-model(目标平台)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ROS2 无人机仿真平台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Gazebo + ArduPilot 飞控 + Cartographer(2D 建图)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现有探索策略 = frontier_lite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GBPlanner(要集成的算法)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1945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ROS1 C++ 图搜索探索算法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voxblox 3D 体素地图 + 光线投射体积增益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输出航点(经 PCI 控制接口)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三道鸿沟 → 因此选「桥接方案(ros1_bridge)」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47091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ROS1 与 ROS2 两代框架不互通       ②  算法要 3D 占据地图,仿真无人机只有 2D 雷达       ③  输出与控制器接口不同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核心发现①:现有探索是脚本占位,不是算法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证据来自真实源码 exploration_workflow_runtime.py.tmpl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583680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frontier_lite 的决策核心: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= [前进, 前进+左扭, 前进+右扭]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= pattern[ goal_index % 3 ]   // 按计时器循环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节点只订阅 /slam/odom,不订阅任何地图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只证明无人机能被指挥着动,完全不看地图、不做探索决策。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7406640" y="2834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个地图输入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06640" y="4023360"/>
            <a:ext cx="420624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41148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7406640" y="5074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个写死动作循环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核心发现②:GBPlanner 怎么加进去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插入点 = world-model 那个探索决策节点。把它的脚本循环换成 GBPlanner 的读地图→算增益→选航点。插口不变,只换决策内核。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 3D 的眼睛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给仿真无人机加 3D 雷达(对齐 OS064)+ 3D 建图(octomap/voxblox),产出占据地图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接大脑(桥接)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ros1_bridge:把 3D 地图+位姿喂给 ROS1 的 GBPlanner,把它输出的航点接回 ROS2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3816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667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换决策驱动飞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6676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航点转 /navlab/fcu/setpoint/intent,替换脚本动作;策略标为 gbplanner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可运行成果:体积增益决策演示(真能跑)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C++,零基础设施依赖;30 秒可自己复现,直接对应 mentor md 核心</a:t>
            </a:r>
            <a:endParaRPr lang="en-US" sz="1500" dirty="0"/>
          </a:p>
        </p:txBody>
      </p:sp>
      <p:pic>
        <p:nvPicPr>
          <p:cNvPr id="4" name="Image 0" descr="C:/CCproject/GBPlanner-WorldModel-Integration/images/gain_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42428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600200"/>
            <a:ext cx="4069080" cy="4242816"/>
          </a:xfrm>
          <a:prstGeom prst="roundRect">
            <a:avLst>
              <a:gd name="adj" fmla="val 17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它做了什么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28600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16 个方向各算体积增益,选增益最高且避障的方向。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朝右侧开口(未知最多):增益 0.420 m³ → 被选中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朝墙(挡住):增益仅 0.15~0.21 m³
</a:t>
            </a:r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这正是看哪里没探过就往哪里去。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重磅:官方 GBPlanner 仿真在本机全闭环实测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起飞 → voxblox 3D 建图 → RRG 规划 → 自主巡飞 → 时间预算自动返航 → 地图落盘(2026-07-02)</a:t>
            </a:r>
            <a:endParaRPr lang="en-US" sz="1500" dirty="0"/>
          </a:p>
        </p:txBody>
      </p:sp>
      <p:pic>
        <p:nvPicPr>
          <p:cNvPr id="4" name="Image 0" descr="C:/CCproject/GBPlanner-WorldModel-Integration/images/exploration_metrics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696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52360" y="1691640"/>
            <a:ext cx="4160520" cy="4169664"/>
          </a:xfrm>
          <a:prstGeom prst="roundRect">
            <a:avLst>
              <a:gd name="adj" fmla="val 1758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0" y="187452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全任务周期量化(实测)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680960" y="2331720"/>
            <a:ext cx="37033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总飞行路径 291.3 米
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3D 地图峰值 132,091 体素点
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480s 预算,t=435s 自动返航
  (REACHED TIME LIMIT: HOMING)
</a:t>
            </a:r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地图落盘 4MB(可加载复用)
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左图:路径长度与地图增长随时间(70 采样点,边探边建图的直接证据)
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两条命令可复现:run_light.sh + takeoff_and_explore.sh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真集成进展:两条腿往前推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决策层原型(ROS2 原生)+ 真版 GBPlanner 桥接地基(锁定方案)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556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决策层原型:gbplanner_gain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world-model 真实代码里新增可选策略(加法,不动 frontier_lite):
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订阅占据栅格 /map → 24 方向光线投射数未知栅格(2D 体积增益)→ 减转向惩罚选向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把 pattern[i%3] 脚本循环换成看地图挑未知最多方向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验证:go build/vet/test + 两策略 py_compile 全过
</a:t>
            </a:r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边界:2D 原型,非完整 ROS1 GBPlanner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60020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真版桥接地基:ros1_bridge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1945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gbplanner-ref 源码逐条证实真版 GBPlanner 的 I/O 契约:
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进:点云 PointCloud2 + 里程计 + TF(标准类型)
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出:command/trajectory(标准 MultiDOFJointTrajectory)
</a:t>
            </a:r>
            <a:pPr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关键去风险:自定义 planner_msgs 留 ROS1 内,跨桥全是标准类型 → ros1_bridge 开箱
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已产出:桥接话题映射 + ROS2 出口适配器(轨迹→intent,py_compile 过)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诚实边界:完整端到端(加 3D 雷达 + 起桥 + 两侧同跑)是后续重活,受 world-model 运行时阻塞(见下页)。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工程战果:连修 3 个 humble 真 bug,把平台往前推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只信真实产物(docker images / 日志 / py_compile),不信退出码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766560" cy="4389120"/>
          </a:xfrm>
          <a:prstGeom prst="roundRect">
            <a:avLst>
              <a:gd name="adj" fmla="val 1667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10512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world-model 作者的真实可提交修复(均有实测证据)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6309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F3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tomllib(头号):SLAM 在 Py3.10 一启动就崩(tomllib 是 3.11+)
   → 回退 tomli;实测重跑后 SLAM 越过此崩溃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F3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空 launch 参数:humble 拒绝空值 name:= → SLAM 起不来
   → 跳过空参;实测 cartographer 节点真正运行起来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模板 %% 编译 bug:生成脚本无法编译 → 改单 %(独立次要)
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成效:world-model 从「装不起来」→ 9 镜像齐 → SLAM 从「一崩」推进到「cartographer 真运行,只差激光数据」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23360" cy="4389120"/>
          </a:xfrm>
          <a:prstGeom prst="roundRect">
            <a:avLst>
              <a:gd name="adj" fmla="val 1818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810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+ Issue 已备好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18120" y="2240280"/>
            <a:ext cx="35661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个 PR(4 commit:3 fix + 1 feat)+ 1 个 Issue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物料齐全(integration/world-model-PR/):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PR/Issue 正文 + 补丁
• 修复/渲染证据
• 手动提交分步教程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状态:待亲自提交到作者仓库 → 任务闭环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一次探索:复现仿真平台(及时止损)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我们曾尝试在本机完整复现 world-model 的 9 个 Docker 镜像,以端到端运行平台。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但该平台为特定 Linux/CI 环境(Ubuntu 24.04)设计,本机从源码构建遭遇一连串版本兼容问题(编译器、Python、Gazebo、Fast-CDR 等)。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2651760"/>
          </a:xfrm>
          <a:prstGeom prst="roundRect">
            <a:avLst>
              <a:gd name="adj" fmla="val 275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关键判断 &amp; 调整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复现整个平台并非本任务核心——核心是算法理解 + 集成设计。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据此及时调整方向:聚焦算法本身,靠读源码论证缺陷、设计集成、让核心算法真跑起来。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教训:别为复现别人的基础设施过度投入;换 MacBook 也不解决(同样用 Docker/Linux,Apple 芯片反而更难)。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当前状态与下一步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486400" cy="4389120"/>
          </a:xfrm>
          <a:prstGeom prst="roundRect">
            <a:avLst>
              <a:gd name="adj" fmla="val 166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已完成(扎实)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⭐ 官方 GBPlanner 仿真全闭环实测+量化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(291m 路径 / 13 万体素地图 / 自动返航 / 地图落盘)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摸清两系统 + 三道鸿沟,定下桥接方案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算法核心可运行:体积增益决策演示 + 单测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gbplanner_gain 决策层原型接进 world-model 结构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阶段4 桥接地基:源码证实 I/O 契约 + ROS2 适配器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连修 4 个真 bug(tomllib/空launch参数/%%/venv悬空)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9/9 镜像构建成功;缺陷有代码铁证;文档+私有仓全同步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645920"/>
            <a:ext cx="5303520" cy="4389120"/>
          </a:xfrm>
          <a:prstGeom prst="roundRect">
            <a:avLst>
              <a:gd name="adj" fmla="val 1667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进行中 / 下一步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22860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world-model 端到端:新 gazebo-sensor 镜像已重建(venv 修复),重跑 exploration 验证 /scan → SLAM healthy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取 frontier_lite 真实指标,与 GBPlanner 数据对照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完整路线:加 3D 雷达 + 起 ros1_bridge 接真版 GBPlanner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成果归档于自己账号(不对外提交,已拍板)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frontier_lite 闭眼按脚本动;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睁眼挑未知最多的路。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4023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这几天:看懂了系统、设计清楚了集成、核心算法真跑起来,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还把决策内核接进了真实代码、修了一个真 bug、备好了给作者的 PR。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2026-07-03T00:34:16Z</dcterms:created>
  <dcterms:modified xsi:type="dcterms:W3CDTF">2026-07-03T00:34:16Z</dcterms:modified>
</cp:coreProperties>
</file>