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GBPlanner 自主探索算法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集成进 world-model 仿真平台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项目进展汇报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把只会按脚本动的探索,换成看地图、挑未知最多的路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任务目标(来自 mentor 的算法说明)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GBPlanner 加入 world-model,替换它现有的占位探索 frontier_lite。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6309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GBPlanner 是什么(mentor md 原意):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一个自主探索决策模块——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输入:机器人位姿 + 3D 占据地图(已占据/空闲/未知)+ 可通行性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决策:用光线投射算每条路能看见多少未知空间(体积增益),选最高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输出:一系列目标航点(waypoints)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155448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18120" y="23774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 + 位姿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GBPlanner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目标航点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两个系统,三道鸿沟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world-model(目标平台)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ROS2 无人机仿真平台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Gazebo + ArduPilot 飞控 + Cartographer(2D 建图)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现有探索策略 = frontier_lite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GBPlanner(要集成的算法)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1945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ROS1 C++ 图搜索探索算法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voxblox 3D 体素地图 + 光线投射体积增益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输出航点(经 PCI 控制接口)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三道鸿沟 → 因此选「桥接方案(ros1_bridge)」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7091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ROS1 与 ROS2 两代框架不互通       ②  算法要 3D 占据地图,仿真无人机只有 2D 雷达       ③  输出与控制器接口不同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核心发现①:现有探索是脚本占位,不是算法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证据来自真实源码 exploration_workflow_runtime.py.tmpl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frontier_lite 的决策核心: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= [前进, 前进+左扭, 前进+右扭]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 pattern[ goal_index % 3 ]   // 按计时器循环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节点只订阅 /slam/odom,不订阅任何地图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429768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只证明无人机能被指挥着动,完全不看地图、不做探索决策。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06640" y="178308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874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7406640" y="2834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个地图输入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06640" y="402336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41148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740664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个写死动作循环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核心发现②:GBPlanner 怎么加进去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插入点 = world-model 那个探索决策节点。把它的脚本循环换成 GBPlanner 的读地图→算增益→选航点。插口不变,只换决策内核。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06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 3D 的眼睛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给仿真无人机加 3D 雷达(对齐 OS064)+ 3D 建图(octomap/voxblox),产出占据地图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24231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606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接大脑(桥接)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40233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ros1_bridge:把 3D 地图+位姿喂给 ROS1 的 GBPlanner,把它输出的航点接回 ROS2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24231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6060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6676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换决策驱动飞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40233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航点转 /navlab/fcu/setpoint/intent,替换脚本动作;策略标为 gbplanner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可运行成果:体积增益决策演示(真能跑)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C++,零基础设施依赖;30 秒可自己复现,直接对应 mentor md 核心</a:t>
            </a:r>
            <a:endParaRPr lang="en-US" sz="1500" dirty="0"/>
          </a:p>
        </p:txBody>
      </p:sp>
      <p:pic>
        <p:nvPicPr>
          <p:cNvPr id="4" name="Image 0" descr="C:/CCproject/GBPlanner-WorldModel-Integration/images/gain_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66560" cy="4242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600200"/>
            <a:ext cx="4069080" cy="4242816"/>
          </a:xfrm>
          <a:prstGeom prst="roundRect">
            <a:avLst>
              <a:gd name="adj" fmla="val 17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它做了什么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2286000"/>
            <a:ext cx="3611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16 个方向各算体积增益,选增益最高且避障的方向。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朝右侧开口(未知最多):增益 0.420 m³ → 被选中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朝墙(挡住):增益仅 0.15~0.21 m³
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这正是看哪里没探过就往哪里去。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一次探索:复现仿真平台(及时止损)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我们曾尝试在本机完整复现 world-model 的 9 个 Docker 镜像,以端到端运行平台。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但该平台为特定 Linux/CI 环境(Ubuntu 24.04)设计,本机从源码构建遭遇一连串版本兼容问题(编译器、Python、Gazebo、Fast-CDR 等)。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 &amp; 调整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复现整个平台并非本任务核心——核心是算法理解 + 集成设计。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据此及时调整方向:聚焦算法本身,靠读源码论证缺陷、设计集成、让核心算法真跑起来。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教训:别为复现别人的基础设施过度投入;换 MacBook 也不解决(同样用 Docker/Linux,Apple 芯片反而更难)。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当前状态与下一步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已完成(扎实)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摸清两个系统 + 三道鸿沟,定下桥接方案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算法核心可运行:体积增益决策演示 + 单测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集成机制设计:精确接口 + 三步加法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缺陷论证:frontier_lite 是脚本(代码铁证)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完整文档 + GitHub 私有仓 + 可复现脚本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进行中 / 下一步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22860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给仿真无人机加 3D 雷达 + 3D 建图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 ros1_bridge 适配(喂地图 / 回收航点)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把核心演示做成多步连续探索</a:t>
            </a:r>
            <a:endParaRPr lang="en-US" sz="14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GBPlanner 与 frontier_lite 量化对比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frontier_lite 闭眼按脚本动;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GBPlanner 睁眼挑未知最多的路。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这几天:我们看懂了、把集成设计清楚了、并让核心算法真跑了起来。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2026-06-30T06:31:47Z</dcterms:created>
  <dcterms:modified xsi:type="dcterms:W3CDTF">2026-06-30T06:31:47Z</dcterms:modified>
</cp:coreProperties>
</file>